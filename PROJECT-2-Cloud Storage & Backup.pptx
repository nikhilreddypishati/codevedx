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024F-F7F5-47B2-D0D3-73410FB20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2532D-B6FB-B2D7-303C-74C4FEFF2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2E8E5-E172-A10C-C6E7-12ECDA4A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F76CF-ED0E-A7F0-0CE3-3DF903B14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69D2A-A9B0-38F6-761B-99C517609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55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BE869-3894-4691-977E-7B1B5F97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FBE54-D841-DD94-E8E0-BA2CDBE08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E813D-FA70-C27D-EE4D-1A2382F6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03654-4A54-4586-47AB-94FBCBDCF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9ACF3-B0A5-4238-C527-6AF0828B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030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0236A-DAB0-65FA-F046-D473E083F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C3671-F75A-EDA1-8E1E-FD1F06B74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32236-2726-E4DF-43F1-593882601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E0B4F-CD49-BC65-FA82-AFA6E77E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28B97-9F99-341F-2E4B-2F19EE8A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6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05A1-E0E3-9823-CB90-60F8DCFEA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29A0A-825B-9E50-5E31-E3AA78626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5A083-1354-C004-0633-53359E19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A1522-2C7E-BD32-22E9-44C4635F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C446C-A28E-B0EA-A90C-9E3A1F2B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9508E-B689-43D0-888F-FDDE9F3D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1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6F4B-D8D2-B34E-3C45-DA3BB350F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EC946-4845-0DA5-4E05-EC9653728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822A7-A999-0F13-5BCD-4DCB103FC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7A1A0-BC69-055D-1494-6E5E4883D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AC025-6E18-226E-D994-53CE51764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7DF04-20DF-3E5C-1C68-4FCE1D4B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EF7B21-3493-6BD0-598F-C4E9BF530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3A2DF-1067-0E4B-F8A5-3E6ECC75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787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4047-40AE-2D11-F899-E8BFDE88D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2298DE-5114-A0B5-FFB8-52305CA4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76BC8-75D1-E308-08D4-506FB181C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B4E05-5543-1C28-8515-7BBAC9F1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183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20E442-476A-7A9C-150F-3B0368339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5F0FFB-FA94-0C4D-3057-3981A6C9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F252A-2C36-8243-AE77-B622A6CD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59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77DD-D82C-9F14-111E-72A3E2FB3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EFF95-3B89-8A85-AE18-FC13E88CF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444DA-47B5-8548-AE2F-4B5B8BA78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EA032-CF54-EC4A-E006-6A75C4CA6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E374B-542C-EE44-8550-A8D43851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C1A89-772A-A3B4-257E-BF029FD5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823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40B7-CE7E-C2B1-EEFA-5A1CED354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54A4AA-4CE9-381E-82B9-C03C5E070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9113C-6847-489A-EDCB-E9B2420B6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7CFD5-C771-B98A-FBA1-C8D1CC4D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2B657-D61A-C8FF-DEC6-9AE5301CF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9BD3D-13AC-BD28-814C-F6BC41577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99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6088-EADB-2A43-3FA5-CF904D64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CD3CE-DFB0-0003-9494-3533E167B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50CE3-C77F-501F-C108-7226F0D4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0E0F7-3076-05AF-B3CF-49FD17325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7CA04-874F-B304-4297-26C3BB1D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285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30C0C-DB0B-C698-13FD-B9C692E94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AD89D-EA97-B31E-C121-F7B29722D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0612A-3890-AE6A-1651-8E6329650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8DF0-4D1B-4B68-B80E-AB9BF610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1A134-6E29-E42F-696F-ADE42303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89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3C90F2-925B-783E-CEA0-34094B0C8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63C22-1668-E970-AA4A-4D429E468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743E1-2280-1566-7F82-2E8BBEEE4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D6EF0-0892-4F2F-AF69-98C4872E77A5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A40B0-9AFC-6FF0-1657-1434872D4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F4DA1-2C87-786A-D312-A67F68E73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84AC9-7303-4EDD-8DCE-55037F76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585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E8F7-C1E9-F6D8-BBC0-A65B62E382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b="1" dirty="0"/>
              <a:t>PROJECT-2-Cloud Storage &amp; Backup</a:t>
            </a:r>
            <a:br>
              <a:rPr lang="en-US" sz="5000" dirty="0"/>
            </a:br>
            <a:br>
              <a:rPr lang="en-US" sz="5000" dirty="0"/>
            </a:br>
            <a:endParaRPr lang="en-IN" sz="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8CD96-628A-F26A-0A48-A0561A8EE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CodeVedx</a:t>
            </a:r>
            <a:r>
              <a:rPr lang="en-US" sz="3200" dirty="0"/>
              <a:t> Cloud Computing Internship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21593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827C-B87B-EA51-8D0F-5C3E379C3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963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b="1" dirty="0"/>
              <a:t>Objectives &amp; Cloud Services</a:t>
            </a:r>
            <a:endParaRPr lang="en-IN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BB86-65C4-23BF-8A13-AB89C7D57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/>
              <a:t>Service-used : Amazon Web Services(AWS) S3</a:t>
            </a:r>
          </a:p>
          <a:p>
            <a:r>
              <a:rPr lang="en-US" sz="4400" dirty="0"/>
              <a:t>Key Objectives : Configure secure storage with automated backup and file versioning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1140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2928C-F2DF-1475-4C9A-5B0897BA9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35529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/>
              <a:t>Implementation Steps</a:t>
            </a: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4A31-5319-E19D-F066-E4DF353D9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Created S3 Bucket:</a:t>
            </a:r>
          </a:p>
          <a:p>
            <a:r>
              <a:rPr lang="en-US" sz="4000" dirty="0"/>
              <a:t>Enabled S3 Bucket Versioning</a:t>
            </a:r>
          </a:p>
          <a:p>
            <a:r>
              <a:rPr lang="en-US" sz="4000" dirty="0"/>
              <a:t>Uploaded Primary and Updated revisions of objects to confirm version retention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73707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C773A-6D0F-6815-E034-4DDA4797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/>
              <a:t>Verification and Conclusion</a:t>
            </a:r>
            <a:endParaRPr lang="en-IN" sz="4000" b="1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CEBC42E-AD24-1DD0-5465-0A6B218F8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dirty="0"/>
              <a:t>Successfully verified that AWS tracks multiple Version IDs </a:t>
            </a:r>
            <a:r>
              <a:rPr lang="en-US" sz="2000"/>
              <a:t>for Updated files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F7C60DE-4914-090A-A70E-D9E339A9C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49" y="2405149"/>
            <a:ext cx="7322804" cy="38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8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PROJECT-2-Cloud Storage &amp; Backup  </vt:lpstr>
      <vt:lpstr>Objectives &amp; Cloud Services</vt:lpstr>
      <vt:lpstr>Implementation Steps</vt:lpstr>
      <vt:lpstr>Verification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Raviteja Reddy</dc:creator>
  <cp:lastModifiedBy>Raviteja Reddy</cp:lastModifiedBy>
  <cp:revision>1</cp:revision>
  <dcterms:created xsi:type="dcterms:W3CDTF">2026-08-08T18:23:12Z</dcterms:created>
  <dcterms:modified xsi:type="dcterms:W3CDTF">2026-08-08T18:27:44Z</dcterms:modified>
</cp:coreProperties>
</file>